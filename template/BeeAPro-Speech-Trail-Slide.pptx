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  <p:embeddedFont>
      <p:font typeface="Roboto Mono ExtraLigh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ExtraLight-regular.fntdata"/><Relationship Id="rId10" Type="http://schemas.openxmlformats.org/officeDocument/2006/relationships/font" Target="fonts/GoogleSans-boldItalic.fntdata"/><Relationship Id="rId13" Type="http://schemas.openxmlformats.org/officeDocument/2006/relationships/font" Target="fonts/RobotoMonoExtraLight-italic.fntdata"/><Relationship Id="rId12" Type="http://schemas.openxmlformats.org/officeDocument/2006/relationships/font" Target="fonts/RobotoMonoExtra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-italic.fntdata"/><Relationship Id="rId14" Type="http://schemas.openxmlformats.org/officeDocument/2006/relationships/font" Target="fonts/RobotoMonoExtra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8b0dca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8b0dca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Modena 2026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648180" y="481468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1E1E1E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2026</a:t>
            </a:r>
            <a:endParaRPr sz="4500">
              <a:solidFill>
                <a:srgbClr val="1E1E1E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625" y="1726175"/>
            <a:ext cx="3985575" cy="274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DevFest QR Code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5150" y="1595097"/>
            <a:ext cx="1953300" cy="19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